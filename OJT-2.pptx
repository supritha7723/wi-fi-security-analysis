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55" d="100"/>
          <a:sy n="55" d="100"/>
        </p:scale>
        <p:origin x="14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0D8A-4D9E-B16B-7A11-91840FB6A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E478B-ACF0-C419-2542-9AB5F6CFD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FAA4F-7290-5ED4-F55B-993A4E822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A32EE-931D-8E58-495C-72D48CDB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DF4B9-181C-B157-2ADF-22553ACC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015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88EC-468F-8260-F3B4-51EF659F4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2FF2E-9529-75BA-B248-A72687E92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C26A0-CEB5-0FAE-AC58-AFC144EE6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2AD8D-2785-74FD-DFBA-8B493E0E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E787D-5D01-D1A1-DB22-9C7DE82D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735A-4302-16AF-44E9-C43FBB59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FFE97-652C-3B9F-2304-CCFB74FF0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E4ADB-E63B-1907-0C24-FDA1919C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FD938-0BD4-408D-406F-EE4A5BF4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6A1FA-DF8C-073A-17EA-8A4EB8171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782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AB67B-4621-02F4-6F36-A04B46D9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FABD-FDAA-A7D3-CEFB-CDA83F643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CECB4-0961-685A-9A48-B9F82EAAB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4856E-7EE1-85CE-BF5C-702C72465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636F9-2F09-5FC8-16F9-47F25079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CCC61-96BC-8EA0-7639-AC5626B6E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99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AD151-0E00-9395-4F0A-B5CD21C2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A39B6-F3AD-F27B-A5EA-8678E06B9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C0025-E685-10AB-E4C9-389A7AD41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1DA8A9-A68D-D202-DB83-2B3FA67D3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C3BBB2-D058-A7AB-93A6-EAC62FD5F3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EB6A0B-2711-8F85-FDE8-D02C28EF8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972442-F740-5E74-794C-C69F1A3AD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36B311-331E-1384-DDBB-7DF1A7F2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970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96A7-D58F-932B-F292-3AA0AFC1C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81D36E-8580-ECFD-D85F-5004BD843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02600-D90D-843E-8AEF-516569D6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87520-B750-E0F7-F8A3-B8F033EA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6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27425-F232-15EF-2E5B-31007E9E2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2BC62-3167-FA9C-5AE3-CEEBD3312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AD8C2-F553-08E6-C995-E720731C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161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139-E395-D14C-44D2-2F04D7553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F21FE-A6B7-24E5-5FF5-236A1E246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F3D90-9961-93CB-5B50-F9A59B80F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890F3-7B68-FBC6-0896-97A0DD84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66C51-0E8B-5071-F06C-44F895BD6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F9DB8-EB22-82D4-7A2E-91BC75A7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233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0F439-29E7-D1ED-687A-B140C0150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4333F3-448F-184E-FAED-23E8DB8EF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01719-B996-E187-996F-08DF535C1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07B7D-738E-F0E9-38E1-24F7ABFDD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A2B7B-ECC5-F275-C3E2-34939122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3B32E3-FDD7-E2A9-FFCB-293AC276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295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3CAE-CF39-214D-E54B-9A6B166F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9548A-FE5C-964C-6A7B-E0137F53A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03372-CE8B-B472-D8F2-27BDE25E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A7BAF-0871-863D-5C9A-A8B9E5E3C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676B5-9E0F-684B-E65D-1E2209969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9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C9413-D14B-2E0B-26CA-1F7A033AC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75676-74CC-F175-8C2C-1D22BB985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86290-00E4-02B1-BEED-AE292C8F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07093-EE20-E262-6C7E-65C95D4B1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718A7-911F-AFA0-11D2-25843DCD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28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CC2142-BA0B-B9F2-57BC-7E006F344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170A3-E7B7-CAC8-C707-854EAD660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BA08B-0114-7479-4CC6-94BD29282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9D4FC-CDAA-4AC5-B8B9-DBC780D887AC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B3948-28E9-8AAB-4B99-4DBC1F76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4FB59-109E-D33B-D389-D2A50EFC3C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094F2-0168-41BB-9CB4-3FC221CB49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00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BD7D7-D991-DC7F-4308-A326AAA57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80160"/>
          </a:xfrm>
        </p:spPr>
        <p:txBody>
          <a:bodyPr>
            <a:normAutofit/>
          </a:bodyPr>
          <a:lstStyle/>
          <a:p>
            <a:r>
              <a:rPr lang="en-US" sz="6600" u="sng" spc="3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OJT(On Job Training)-2</a:t>
            </a:r>
            <a:endParaRPr lang="en-IN" sz="6600" u="sng" spc="300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DF78E-B6D8-FB84-0361-8EDE40701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062046" y="3034323"/>
            <a:ext cx="15579969" cy="2701314"/>
          </a:xfrm>
        </p:spPr>
        <p:txBody>
          <a:bodyPr>
            <a:normAutofit/>
          </a:bodyPr>
          <a:lstStyle/>
          <a:p>
            <a:r>
              <a:rPr lang="en-US" b="1" dirty="0"/>
              <a:t>Name:</a:t>
            </a:r>
            <a:endParaRPr lang="en-US" sz="1800" dirty="0"/>
          </a:p>
          <a:p>
            <a:r>
              <a:rPr lang="en-US" b="1" dirty="0"/>
              <a:t>         College name:-Government Polytechnic Udupi</a:t>
            </a:r>
          </a:p>
          <a:p>
            <a:r>
              <a:rPr lang="en-US" b="1" dirty="0"/>
              <a:t>Project name:-Wi-Fi network analysis</a:t>
            </a:r>
            <a:endParaRPr lang="en-US" sz="1800" dirty="0"/>
          </a:p>
          <a:p>
            <a:r>
              <a:rPr lang="en-US" b="1" dirty="0"/>
              <a:t>                              Project team members:-</a:t>
            </a:r>
            <a:r>
              <a:rPr lang="en-US" b="1" dirty="0" err="1"/>
              <a:t>Supritha,Supreetha,Neeta,Kavana</a:t>
            </a:r>
            <a:endParaRPr lang="en-US" sz="1800" dirty="0"/>
          </a:p>
          <a:p>
            <a:br>
              <a:rPr lang="en-US" sz="1800" dirty="0"/>
            </a:br>
            <a:endParaRPr lang="en-IN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497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EA1060-4D7C-96DE-93FC-A871542FB0E6}"/>
              </a:ext>
            </a:extLst>
          </p:cNvPr>
          <p:cNvSpPr txBox="1"/>
          <p:nvPr/>
        </p:nvSpPr>
        <p:spPr>
          <a:xfrm>
            <a:off x="211015" y="140678"/>
            <a:ext cx="11500339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Definition:</a:t>
            </a:r>
          </a:p>
          <a:p>
            <a:endParaRPr lang="en-US" sz="2400" dirty="0"/>
          </a:p>
          <a:p>
            <a:r>
              <a:rPr lang="en-US" sz="2400" dirty="0"/>
              <a:t>A </a:t>
            </a:r>
            <a:r>
              <a:rPr lang="en-US" sz="2400" b="1" dirty="0"/>
              <a:t>Wi-Fi security analysis</a:t>
            </a:r>
            <a:r>
              <a:rPr lang="en-US" sz="2400" dirty="0"/>
              <a:t> evaluates how protected a wireless network is against unauthorized access, data interception, and attacks. Below is a structured breakdown covering threats, protocols, vulnerabilities, and best practices.</a:t>
            </a:r>
          </a:p>
          <a:p>
            <a:endParaRPr lang="en-US" sz="2400" dirty="0"/>
          </a:p>
          <a:p>
            <a:r>
              <a:rPr lang="en-US" sz="2400" b="1" dirty="0"/>
              <a:t>In simple terms:</a:t>
            </a:r>
          </a:p>
          <a:p>
            <a:endParaRPr lang="en-US" sz="2400" dirty="0"/>
          </a:p>
          <a:p>
            <a:r>
              <a:rPr lang="en-US" sz="2400" dirty="0"/>
              <a:t>It is the examination of a Wi-Fi network’s protection mechanisms to determine how secure it is against hacking, data interception, and misuse.</a:t>
            </a:r>
          </a:p>
          <a:p>
            <a:endParaRPr lang="en-US" sz="2400" dirty="0"/>
          </a:p>
          <a:p>
            <a:r>
              <a:rPr lang="en-US" sz="2400" b="1" dirty="0"/>
              <a:t>In One Technical Sentence:</a:t>
            </a:r>
          </a:p>
          <a:p>
            <a:endParaRPr lang="en-US" sz="2400" b="1" dirty="0"/>
          </a:p>
          <a:p>
            <a:r>
              <a:rPr lang="en-US" sz="2400" dirty="0"/>
              <a:t>Wi-Fi security analysis is the systematic assessment of wireless network configurations, encryption standards, authentication protocols, and exposure risks to ensure confidentiality, integrity, and availability of transmitted data.</a:t>
            </a:r>
          </a:p>
          <a:p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36139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A70316-3085-BF96-D7A4-2A07940A56B2}"/>
              </a:ext>
            </a:extLst>
          </p:cNvPr>
          <p:cNvSpPr txBox="1"/>
          <p:nvPr/>
        </p:nvSpPr>
        <p:spPr>
          <a:xfrm>
            <a:off x="316523" y="-597877"/>
            <a:ext cx="882308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u="sng" dirty="0"/>
              <a:t> </a:t>
            </a:r>
            <a:r>
              <a:rPr lang="en-IN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Key Components of Wi-Fi Security Analysis:</a:t>
            </a:r>
          </a:p>
          <a:p>
            <a:pPr>
              <a:buNone/>
            </a:pPr>
            <a:endParaRPr lang="en-IN" sz="2400" b="1" dirty="0"/>
          </a:p>
          <a:p>
            <a:r>
              <a:rPr lang="en-IN" sz="2000" b="1" dirty="0"/>
              <a:t>     &gt; Encryption assessment</a:t>
            </a:r>
            <a:r>
              <a:rPr lang="en-IN" sz="2000" dirty="0"/>
              <a:t> (e.g., WPA2, WPA3)</a:t>
            </a:r>
          </a:p>
          <a:p>
            <a:r>
              <a:rPr lang="en-IN" sz="2000" b="1" dirty="0"/>
              <a:t>     &gt; Password strength evaluation</a:t>
            </a:r>
            <a:endParaRPr lang="en-IN" sz="2000" dirty="0"/>
          </a:p>
          <a:p>
            <a:r>
              <a:rPr lang="en-IN" sz="2000" b="1" dirty="0"/>
              <a:t>     &gt; Access control review</a:t>
            </a:r>
            <a:endParaRPr lang="en-IN" sz="2000" dirty="0"/>
          </a:p>
          <a:p>
            <a:r>
              <a:rPr lang="en-IN" sz="2000" b="1" dirty="0"/>
              <a:t>     &gt; Detection of rogue devices</a:t>
            </a:r>
            <a:endParaRPr lang="en-IN" sz="2000" dirty="0"/>
          </a:p>
          <a:p>
            <a:r>
              <a:rPr lang="en-IN" sz="2000" b="1" dirty="0"/>
              <a:t>     &gt; Configuration and firmware checks</a:t>
            </a:r>
            <a:endParaRPr lang="en-IN" sz="2000" dirty="0"/>
          </a:p>
          <a:p>
            <a:r>
              <a:rPr lang="en-IN" sz="2000" b="1" dirty="0"/>
              <a:t>     &gt; Risk identification and mitigation recommendations</a:t>
            </a:r>
          </a:p>
          <a:p>
            <a:endParaRPr lang="en-IN" sz="2000" b="1" dirty="0"/>
          </a:p>
          <a:p>
            <a:r>
              <a:rPr lang="en-US" sz="2000" b="1" dirty="0"/>
              <a:t> </a:t>
            </a:r>
            <a:r>
              <a:rPr lang="en-US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Purpose:</a:t>
            </a:r>
          </a:p>
          <a:p>
            <a:endParaRPr lang="en-US" sz="2400" b="1" dirty="0"/>
          </a:p>
          <a:p>
            <a:r>
              <a:rPr lang="en-US" sz="2400" dirty="0"/>
              <a:t>       </a:t>
            </a:r>
            <a:r>
              <a:rPr lang="en-US" sz="2400" b="1" dirty="0"/>
              <a:t>The goal of Wi-Fi security analysis is to:</a:t>
            </a:r>
          </a:p>
          <a:p>
            <a:endParaRPr lang="en-US" sz="2400" b="1" dirty="0"/>
          </a:p>
          <a:p>
            <a:r>
              <a:rPr lang="en-US" sz="2000" dirty="0"/>
              <a:t>           </a:t>
            </a:r>
            <a:r>
              <a:rPr lang="en-US" sz="2000" b="1" dirty="0"/>
              <a:t>*Prevent unauthorized access</a:t>
            </a:r>
          </a:p>
          <a:p>
            <a:r>
              <a:rPr lang="en-US" sz="2000" b="1" dirty="0"/>
              <a:t>           *Protect sensitive data</a:t>
            </a:r>
          </a:p>
          <a:p>
            <a:r>
              <a:rPr lang="en-US" sz="2000" b="1" dirty="0"/>
              <a:t>           *Ensure network reliability</a:t>
            </a:r>
          </a:p>
          <a:p>
            <a:r>
              <a:rPr lang="en-US" sz="2000" b="1" dirty="0"/>
              <a:t>           *Reduce cyberattack risks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08853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D8AA1D-9D38-A964-C6E3-11A432505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66" y="133838"/>
            <a:ext cx="10817468" cy="65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2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1A51B4-8502-0EBA-1431-8C34B92AAA8A}"/>
              </a:ext>
            </a:extLst>
          </p:cNvPr>
          <p:cNvSpPr txBox="1"/>
          <p:nvPr/>
        </p:nvSpPr>
        <p:spPr>
          <a:xfrm>
            <a:off x="404446" y="422031"/>
            <a:ext cx="873515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1️⃣ </a:t>
            </a:r>
            <a:r>
              <a:rPr lang="en-US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Common Wi-Fi Security Threats: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1. Unauthorized Access</a:t>
            </a:r>
          </a:p>
          <a:p>
            <a:pPr>
              <a:buNone/>
            </a:pPr>
            <a:r>
              <a:rPr lang="en-US" sz="2400" dirty="0"/>
              <a:t>Attackers try to connect to your network to steal bandwidth or access internal systems.</a:t>
            </a:r>
          </a:p>
          <a:p>
            <a:pPr>
              <a:buNone/>
            </a:pPr>
            <a:r>
              <a:rPr lang="en-US" sz="2400" b="1" dirty="0"/>
              <a:t> 2. Rogue Access Points</a:t>
            </a:r>
          </a:p>
          <a:p>
            <a:pPr>
              <a:buNone/>
            </a:pPr>
            <a:r>
              <a:rPr lang="en-US" sz="2400" dirty="0"/>
              <a:t>A fake Wi-Fi hotspot mimics a legitimate network to steal user credentials.</a:t>
            </a:r>
          </a:p>
          <a:p>
            <a:pPr>
              <a:buNone/>
            </a:pPr>
            <a:r>
              <a:rPr lang="en-US" sz="2400" b="1" dirty="0"/>
              <a:t> 3. Packet Sniffing</a:t>
            </a:r>
          </a:p>
          <a:p>
            <a:pPr>
              <a:buNone/>
            </a:pPr>
            <a:r>
              <a:rPr lang="en-US" sz="2400" dirty="0"/>
              <a:t>Unencrypted traffic can be intercepted and read.</a:t>
            </a:r>
          </a:p>
          <a:p>
            <a:pPr>
              <a:buNone/>
            </a:pPr>
            <a:r>
              <a:rPr lang="en-US" sz="2400" b="1" dirty="0"/>
              <a:t> 4. Man-in-the-Middle (MITM) Attacks</a:t>
            </a:r>
          </a:p>
          <a:p>
            <a:pPr>
              <a:buNone/>
            </a:pPr>
            <a:r>
              <a:rPr lang="en-US" sz="2400" dirty="0"/>
              <a:t>Attackers intercept communication between users and the router.</a:t>
            </a:r>
          </a:p>
          <a:p>
            <a:pPr>
              <a:buNone/>
            </a:pPr>
            <a:r>
              <a:rPr lang="en-US" sz="2400" b="1" dirty="0"/>
              <a:t> 5. Denial-of-Service (DoS)</a:t>
            </a:r>
          </a:p>
          <a:p>
            <a:pPr>
              <a:buNone/>
            </a:pPr>
            <a:r>
              <a:rPr lang="en-US" sz="2400" dirty="0"/>
              <a:t>Flooding the network to disrupt connectivity.</a:t>
            </a:r>
          </a:p>
          <a:p>
            <a:pPr>
              <a:buNone/>
            </a:pPr>
            <a:r>
              <a:rPr lang="en-US" sz="2400" b="1" dirty="0"/>
              <a:t> 6. Brute-Force &amp; Dictionary Attacks</a:t>
            </a:r>
          </a:p>
          <a:p>
            <a:pPr>
              <a:buNone/>
            </a:pPr>
            <a:r>
              <a:rPr lang="en-US" sz="2400" dirty="0"/>
              <a:t>Attempting to guess weak Wi-Fi passwords.</a:t>
            </a:r>
          </a:p>
        </p:txBody>
      </p:sp>
    </p:spTree>
    <p:extLst>
      <p:ext uri="{BB962C8B-B14F-4D97-AF65-F5344CB8AC3E}">
        <p14:creationId xmlns:p14="http://schemas.microsoft.com/office/powerpoint/2010/main" val="4194437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B0CFA3-DCAF-E5EB-890B-6E4CDA64ACF0}"/>
              </a:ext>
            </a:extLst>
          </p:cNvPr>
          <p:cNvSpPr txBox="1"/>
          <p:nvPr/>
        </p:nvSpPr>
        <p:spPr>
          <a:xfrm>
            <a:off x="123092" y="206606"/>
            <a:ext cx="90165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2️⃣</a:t>
            </a:r>
            <a:r>
              <a:rPr lang="en-IN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Wi-Fi Security Protocols (Comparison):</a:t>
            </a:r>
          </a:p>
          <a:p>
            <a:endParaRPr lang="en-IN" sz="24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26D9E-B46D-E18C-8963-BD2E4CEFF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03" y="844061"/>
            <a:ext cx="8636849" cy="44137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F35416-FA57-1F82-B5F7-547400FA96F7}"/>
              </a:ext>
            </a:extLst>
          </p:cNvPr>
          <p:cNvSpPr txBox="1"/>
          <p:nvPr/>
        </p:nvSpPr>
        <p:spPr>
          <a:xfrm>
            <a:off x="788503" y="5609492"/>
            <a:ext cx="8351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WEP</a:t>
            </a:r>
            <a:r>
              <a:rPr lang="en-US" dirty="0"/>
              <a:t> can be cracked in minutes.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WPA2-PSK</a:t>
            </a:r>
            <a:r>
              <a:rPr lang="en-US" dirty="0"/>
              <a:t> is secure if using a strong password.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WPA3</a:t>
            </a:r>
            <a:r>
              <a:rPr lang="en-US" dirty="0"/>
              <a:t> protects against brute-force attacks and improves encryption.</a:t>
            </a:r>
          </a:p>
        </p:txBody>
      </p:sp>
    </p:spTree>
    <p:extLst>
      <p:ext uri="{BB962C8B-B14F-4D97-AF65-F5344CB8AC3E}">
        <p14:creationId xmlns:p14="http://schemas.microsoft.com/office/powerpoint/2010/main" val="148558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F63119-2B33-A6B8-3663-F9E2441388AA}"/>
              </a:ext>
            </a:extLst>
          </p:cNvPr>
          <p:cNvSpPr txBox="1"/>
          <p:nvPr/>
        </p:nvSpPr>
        <p:spPr>
          <a:xfrm>
            <a:off x="457201" y="316523"/>
            <a:ext cx="1053318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/>
              <a:t>3️⃣ </a:t>
            </a:r>
            <a:r>
              <a:rPr lang="en-IN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Wi-Fi Vulnerability Assessment Steps:</a:t>
            </a:r>
          </a:p>
          <a:p>
            <a:pPr>
              <a:buNone/>
            </a:pPr>
            <a:endParaRPr lang="en-IN" sz="2400" b="1" u="sng" dirty="0"/>
          </a:p>
          <a:p>
            <a:pPr>
              <a:buNone/>
            </a:pPr>
            <a:r>
              <a:rPr lang="en-IN" sz="2400" b="1" dirty="0"/>
              <a:t>Step 1: Network Discovery: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Identify SSID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Check hidden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Identify connected devices</a:t>
            </a:r>
          </a:p>
          <a:p>
            <a:endParaRPr lang="en-IN" sz="2000" dirty="0"/>
          </a:p>
          <a:p>
            <a:pPr>
              <a:buNone/>
            </a:pPr>
            <a:r>
              <a:rPr lang="en-IN" sz="2400" b="1" dirty="0"/>
              <a:t>Step 2: Encryption Analysis: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Determine protocol (WPA2/WPA3)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Check password strength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Verify AES usage</a:t>
            </a:r>
          </a:p>
          <a:p>
            <a:endParaRPr lang="en-IN" sz="2000" dirty="0"/>
          </a:p>
          <a:p>
            <a:pPr>
              <a:buNone/>
            </a:pPr>
            <a:r>
              <a:rPr lang="en-IN" sz="2400" b="1" dirty="0"/>
              <a:t>Step 3: Penetration Testing (Ethical Use Only):</a:t>
            </a:r>
          </a:p>
          <a:p>
            <a:pPr>
              <a:buNone/>
            </a:pPr>
            <a:endParaRPr lang="en-IN" sz="2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251BD2-DD23-943F-8AB6-9686538DC0C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-492370" y="5518558"/>
            <a:ext cx="1246749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9111B7-CA05-9170-A9EC-2FC91D567358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457201" y="4656478"/>
            <a:ext cx="85461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for brute-force vulnerability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for WPS weakness</a:t>
            </a:r>
          </a:p>
        </p:txBody>
      </p:sp>
    </p:spTree>
    <p:extLst>
      <p:ext uri="{BB962C8B-B14F-4D97-AF65-F5344CB8AC3E}">
        <p14:creationId xmlns:p14="http://schemas.microsoft.com/office/powerpoint/2010/main" val="692205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B0755A-AC06-BC6A-A61D-1F28CC521486}"/>
              </a:ext>
            </a:extLst>
          </p:cNvPr>
          <p:cNvSpPr txBox="1"/>
          <p:nvPr/>
        </p:nvSpPr>
        <p:spPr>
          <a:xfrm>
            <a:off x="369277" y="386862"/>
            <a:ext cx="11430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4️⃣ Key Wi-Fi Security Weaknesses:</a:t>
            </a:r>
          </a:p>
          <a:p>
            <a:pPr>
              <a:buNone/>
            </a:pPr>
            <a:endParaRPr lang="en-IN" sz="2400" b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Weak passwords (e.g., 12345678)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WPS enabled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Default router credentials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Outdated firmware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Open (unencrypted)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Poor router placement (signal leakage outside premises)</a:t>
            </a:r>
          </a:p>
          <a:p>
            <a:pPr>
              <a:buNone/>
            </a:pPr>
            <a:br>
              <a:rPr lang="en-IN" sz="2000" dirty="0"/>
            </a:br>
            <a:endParaRPr lang="en-IN" sz="2000" dirty="0"/>
          </a:p>
          <a:p>
            <a:pPr>
              <a:buNone/>
            </a:pPr>
            <a:r>
              <a:rPr lang="en-IN" sz="2400" b="1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5️⃣ Wi-Fi Security Best Practices:</a:t>
            </a:r>
          </a:p>
          <a:p>
            <a:pPr>
              <a:buNone/>
            </a:pPr>
            <a:endParaRPr lang="en-IN" sz="2400" b="1" u="sng" dirty="0"/>
          </a:p>
          <a:p>
            <a:pPr>
              <a:buNone/>
            </a:pPr>
            <a:r>
              <a:rPr lang="en-IN" b="1" dirty="0"/>
              <a:t> </a:t>
            </a:r>
            <a:r>
              <a:rPr lang="en-IN" sz="2400" b="1" dirty="0"/>
              <a:t>Essential Protections </a:t>
            </a:r>
            <a:r>
              <a:rPr lang="en-IN" b="1" dirty="0"/>
              <a:t>-:</a:t>
            </a:r>
          </a:p>
          <a:p>
            <a:pPr>
              <a:buNone/>
            </a:pPr>
            <a:r>
              <a:rPr lang="en-IN" sz="2000" dirty="0"/>
              <a:t>✔ Use </a:t>
            </a:r>
            <a:r>
              <a:rPr lang="en-IN" sz="2000" b="1" dirty="0"/>
              <a:t>WPA3</a:t>
            </a:r>
            <a:r>
              <a:rPr lang="en-IN" sz="2000" dirty="0"/>
              <a:t> (or WPA2-AES minimum)</a:t>
            </a:r>
            <a:br>
              <a:rPr lang="en-IN" sz="2000" dirty="0"/>
            </a:br>
            <a:r>
              <a:rPr lang="en-IN" sz="2000" dirty="0"/>
              <a:t>✔ Create a 12–16+ character complex password</a:t>
            </a:r>
            <a:br>
              <a:rPr lang="en-IN" sz="2000" dirty="0"/>
            </a:br>
            <a:r>
              <a:rPr lang="en-IN" sz="2000" dirty="0"/>
              <a:t>✔ Change default admin credentials</a:t>
            </a:r>
            <a:br>
              <a:rPr lang="en-IN" sz="2000" dirty="0"/>
            </a:br>
            <a:r>
              <a:rPr lang="en-IN" sz="2000" dirty="0"/>
              <a:t>✔ Update router firmware regularly</a:t>
            </a:r>
            <a:br>
              <a:rPr lang="en-IN" sz="2000" dirty="0"/>
            </a:br>
            <a:r>
              <a:rPr lang="en-IN" sz="2000" dirty="0"/>
              <a:t>✔ Enable firewall on router</a:t>
            </a:r>
            <a:br>
              <a:rPr lang="en-IN" sz="2000" dirty="0"/>
            </a:br>
            <a:r>
              <a:rPr lang="en-IN" sz="2000" dirty="0"/>
              <a:t>✔ Use a guest network for visitors</a:t>
            </a:r>
          </a:p>
        </p:txBody>
      </p:sp>
    </p:spTree>
    <p:extLst>
      <p:ext uri="{BB962C8B-B14F-4D97-AF65-F5344CB8AC3E}">
        <p14:creationId xmlns:p14="http://schemas.microsoft.com/office/powerpoint/2010/main" val="1698938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Network Diagram Layouts: Home Network Diagrams">
            <a:extLst>
              <a:ext uri="{FF2B5EF4-FFF2-40B4-BE49-F238E27FC236}">
                <a16:creationId xmlns:a16="http://schemas.microsoft.com/office/drawing/2014/main" id="{BBFAC33E-90D0-3148-001E-31C47DC2E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23" y="703385"/>
            <a:ext cx="6506308" cy="334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Set up a Wireless Network using a Wireless Access Point (WAP) - Cisco">
            <a:extLst>
              <a:ext uri="{FF2B5EF4-FFF2-40B4-BE49-F238E27FC236}">
                <a16:creationId xmlns:a16="http://schemas.microsoft.com/office/drawing/2014/main" id="{B19F1A15-A149-6EB1-0EAF-7ABD1D438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1" y="618393"/>
            <a:ext cx="4747846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BD967A-2304-2D93-400C-A6B7D338CD36}"/>
              </a:ext>
            </a:extLst>
          </p:cNvPr>
          <p:cNvSpPr txBox="1"/>
          <p:nvPr/>
        </p:nvSpPr>
        <p:spPr>
          <a:xfrm rot="10800000" flipV="1">
            <a:off x="334108" y="4507176"/>
            <a:ext cx="88934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Router and access point 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SSID broadcasting settings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Network segmentation (guest vs internal)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Firewall placement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E7EFD0-6B79-E075-95BA-DE2A510119ED}"/>
              </a:ext>
            </a:extLst>
          </p:cNvPr>
          <p:cNvSpPr txBox="1"/>
          <p:nvPr/>
        </p:nvSpPr>
        <p:spPr>
          <a:xfrm>
            <a:off x="-439615" y="33618"/>
            <a:ext cx="6031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It Involves-:</a:t>
            </a:r>
          </a:p>
        </p:txBody>
      </p:sp>
    </p:spTree>
    <p:extLst>
      <p:ext uri="{BB962C8B-B14F-4D97-AF65-F5344CB8AC3E}">
        <p14:creationId xmlns:p14="http://schemas.microsoft.com/office/powerpoint/2010/main" val="2171552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Thank You Typography PNG, Vector, PSD, and Clipart With ...">
            <a:extLst>
              <a:ext uri="{FF2B5EF4-FFF2-40B4-BE49-F238E27FC236}">
                <a16:creationId xmlns:a16="http://schemas.microsoft.com/office/drawing/2014/main" id="{5943F42A-AF2E-7E6F-0822-05B1643D33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00B516-E91C-6F86-B115-D73E74EC0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24204"/>
            <a:ext cx="8598875" cy="610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33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527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OJT(On Job Training)-2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supritha poojary</dc:creator>
  <cp:lastModifiedBy>supritha poojary</cp:lastModifiedBy>
  <cp:revision>2</cp:revision>
  <dcterms:created xsi:type="dcterms:W3CDTF">2026-02-22T14:58:23Z</dcterms:created>
  <dcterms:modified xsi:type="dcterms:W3CDTF">2026-03-01T12:47:18Z</dcterms:modified>
</cp:coreProperties>
</file>